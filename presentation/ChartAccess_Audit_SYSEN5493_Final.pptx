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0:00-1:00. Open with the idea that visuals are part of decision systems. If a graph, table, or poster visual is inaccessible, the system excludes people and weakens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1:00-2:00. Frame this as a human-centered systems problem: a graph is an interface in a decision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2:00-2:45. Explain the repo architecture and why the project supports both precise JSON checks and quick PNG upload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2:45-3:30. Show that the system has explicit requirements, not just a subjective accessibility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3:30-5:30. Live demo commands: python -m chartaccess --image examples/thesis_proximity_consequences.png; python -m chartaccess --image examples/thesis_inaccurate_causes.png; python -m chartaccess --image examples/poster_emotions_table.png. Explain that all three pass automated readability checks, while human review still catches semantic improvements such as legend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5:30-6:20. Emphasize that the conflict was not random: it represented a real policy choice about minimum font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6:20-7:15. Be honest: AI helped scope and review, but the final requirement decisions are human-owned.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7:15-8:00. After the repo is pushed, show the Actions tab or README badge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8:00-8:45. This is the honest reflection slide. Say what surprised you and what you would improve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8:45-10:00. Land the plane. Invite one real question and be ready to show the repo, tests, and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+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ChartAccess Audit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A667D"/>
                </a:solidFill>
              </a:rPr>
              <a:t>A lightweight AI-augmented workflow that verifies whether charts, tables, and presentation graphics are readable, inclusive, and presentation-ready.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251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AB5"/>
                </a:solidFill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4690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accessibility requirements checked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4251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E73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4690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unit tests run in CI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4251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C7FF"/>
                </a:solidFill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00600" y="4690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minutes to explain the workflow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0" y="960120"/>
            <a:ext cx="2468880" cy="2468880"/>
          </a:xfrm>
          <a:prstGeom prst="arc">
            <a:avLst/>
          </a:prstGeom>
          <a:noFill/>
          <a:ln w="76200">
            <a:solidFill>
              <a:srgbClr val="F0C80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554480"/>
            <a:ext cx="2468880" cy="2468880"/>
          </a:xfrm>
          <a:prstGeom prst="arc">
            <a:avLst/>
          </a:prstGeom>
          <a:noFill/>
          <a:ln w="76200">
            <a:solidFill>
              <a:srgbClr val="005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194560"/>
            <a:ext cx="2468880" cy="2468880"/>
          </a:xfrm>
          <a:prstGeom prst="arc">
            <a:avLst/>
          </a:prstGeom>
          <a:noFill/>
          <a:ln w="76200">
            <a:solidFill>
              <a:srgbClr val="009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NEED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Unreadable visuals create hidden system failures.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8463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Students and engineers often choose colors and fonts by taste, not verifiable requirements.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Low contrast, tiny type, and missing labels exclude users and weaken decisions.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The project converts inclusive design advice into checks that can run before a visual is shared.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44805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220"/>
                </a:solidFill>
              </a:rPr>
              <a:t>Bad chart spec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#ffff99 on white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 pt font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missing axis labels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"Chart of results."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29400" y="37490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383133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C3220"/>
                </a:solidFill>
              </a:rPr>
              <a:t>FAILS 4 / 4 CHECKS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workflow turns inclusive design guidance into verification logic.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971800" cy="1920240"/>
          </a:xfrm>
          <a:prstGeom prst="rect">
            <a:avLst/>
          </a:prstGeom>
          <a:solidFill>
            <a:srgbClr val="E9F2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057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5AB5"/>
                </a:solidFill>
              </a:rPr>
              <a:t>Visual 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2651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JSON metadata or uploaded PNG image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411480" cy="0"/>
          </a:xfrm>
          <a:prstGeom prst="line">
            <a:avLst/>
          </a:prstGeom>
          <a:noFill/>
          <a:ln w="25400">
            <a:solidFill>
              <a:srgbClr val="005AB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1874520"/>
            <a:ext cx="2971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057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Audit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1728" y="2651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contrast, readability, color usability, context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35240" y="2834640"/>
            <a:ext cx="411480" cy="0"/>
          </a:xfrm>
          <a:prstGeom prst="line">
            <a:avLst/>
          </a:prstGeom>
          <a:noFill/>
          <a:ln w="25400">
            <a:solidFill>
              <a:srgbClr val="005A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3880" y="1874520"/>
            <a:ext cx="2971800" cy="1920240"/>
          </a:xfrm>
          <a:prstGeom prst="rect">
            <a:avLst/>
          </a:prstGeom>
          <a:solidFill>
            <a:srgbClr val="EAF7F1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057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9E73"/>
                </a:solidFill>
              </a:rPr>
              <a:t>Report + tests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5048" y="2651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PASS/FAIL output, unit tests, CI gate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simple requirements make inclusive visual review testable.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07040" cy="566928"/>
          </a:xfrm>
          <a:prstGeom prst="rect">
            <a:avLst/>
          </a:prstGeom>
          <a:solidFill>
            <a:srgbClr val="F0F3F8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Readable colors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8013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Each data color reaches 3.0:1 contrast against background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24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Readable 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6243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Font size is at least 12 pt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0607040" cy="566928"/>
          </a:xfrm>
          <a:prstGeom prst="rect">
            <a:avLst/>
          </a:prstGeom>
          <a:solidFill>
            <a:srgbClr val="F0F3F8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Clear context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4472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Title, x-axis label, and y-axis label are present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70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Plain-language access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42702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Alt text has at least 8 words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VISUAL AUDIT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upload workflow passes three real thesis and poster visuals.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581912"/>
            <a:ext cx="2971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pic>
        <p:nvPicPr>
          <p:cNvPr id="6" name="Image 0" descr="examples/thesis_proximity_con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55064"/>
            <a:ext cx="27889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0" y="16093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Thesis: Consequence Proximity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840480" y="2011680"/>
            <a:ext cx="4754880" cy="36576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50208" y="2093976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9E73"/>
                </a:solidFill>
              </a:rPr>
              <a:t>PASS 4/4  |  text/marks 2.2%  |  low-contrast share 47.9%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2862072"/>
            <a:ext cx="2971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pic>
        <p:nvPicPr>
          <p:cNvPr id="11" name="Image 1" descr="examples/thesis_inaccurate_cau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935224"/>
            <a:ext cx="2788920" cy="7772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28895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Thesis: Inaccurate Causes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840480" y="3291840"/>
            <a:ext cx="4754880" cy="36576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950208" y="3374136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9E73"/>
                </a:solidFill>
              </a:rPr>
              <a:t>PASS 4/4  |  text/marks 5.7%  |  low-contrast share 56.4%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58368" y="4142232"/>
            <a:ext cx="2971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pic>
        <p:nvPicPr>
          <p:cNvPr id="16" name="Image 2" descr="examples/poster_emotions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15384"/>
            <a:ext cx="278892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480" y="41696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Poster: Emotions Table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3840480" y="4572000"/>
            <a:ext cx="4754880" cy="36576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950208" y="4654296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9E73"/>
                </a:solidFill>
              </a:rPr>
              <a:t>PASS 4/4  |  text/marks 45.5%  |  low-contrast share 38.0%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8915400" y="1691640"/>
            <a:ext cx="2423160" cy="3063240"/>
          </a:xfrm>
          <a:prstGeom prst="rect">
            <a:avLst/>
          </a:prstGeom>
          <a:solidFill>
            <a:srgbClr val="F0F3F8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62288" y="19568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5AB5"/>
                </a:solidFill>
              </a:rPr>
              <a:t>Human review still matters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162288" y="2542032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The pixel audit checks readability signals. A human should still improve semantic labels such as TRUE/FALSE legends and confirm the visual tells the intended story.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5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HYGIENE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commit history tells the project story.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" y="1728216"/>
            <a:ext cx="164592" cy="164592"/>
          </a:xfrm>
          <a:prstGeom prst="ellipse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892808"/>
            <a:ext cx="0" cy="384048"/>
          </a:xfrm>
          <a:prstGeom prst="line">
            <a:avLst/>
          </a:prstGeom>
          <a:noFill/>
          <a:ln w="19050">
            <a:solidFill>
              <a:srgbClr val="CED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91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docs: initialize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295144"/>
            <a:ext cx="164592" cy="164592"/>
          </a:xfrm>
          <a:prstGeom prst="ellipse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" y="2459736"/>
            <a:ext cx="0" cy="384048"/>
          </a:xfrm>
          <a:prstGeom prst="line">
            <a:avLst/>
          </a:prstGeom>
          <a:noFill/>
          <a:ln w="19050">
            <a:solidFill>
              <a:srgbClr val="CED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25856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feat(color): add contrast utilities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2862072"/>
            <a:ext cx="164592" cy="164592"/>
          </a:xfrm>
          <a:prstGeom prst="ellipse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3026664"/>
            <a:ext cx="0" cy="384048"/>
          </a:xfrm>
          <a:prstGeom prst="line">
            <a:avLst/>
          </a:prstGeom>
          <a:noFill/>
          <a:ln w="19050">
            <a:solidFill>
              <a:srgbClr val="CED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82549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feat(audit): evaluate requirements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3429000"/>
            <a:ext cx="164592" cy="164592"/>
          </a:xfrm>
          <a:prstGeom prst="ellipse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3593592"/>
            <a:ext cx="0" cy="384048"/>
          </a:xfrm>
          <a:prstGeom prst="line">
            <a:avLst/>
          </a:prstGeom>
          <a:noFill/>
          <a:ln w="19050">
            <a:solidFill>
              <a:srgbClr val="CED6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39242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test(audit): cover requirements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" y="3995928"/>
            <a:ext cx="164592" cy="164592"/>
          </a:xfrm>
          <a:prstGeom prst="ellipse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4160520"/>
            <a:ext cx="0" cy="384048"/>
          </a:xfrm>
          <a:prstGeom prst="line">
            <a:avLst/>
          </a:prstGeom>
          <a:noFill/>
          <a:ln w="19050">
            <a:solidFill>
              <a:srgbClr val="CED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9593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ci: add unit test workflow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" y="4562856"/>
            <a:ext cx="164592" cy="164592"/>
          </a:xfrm>
          <a:prstGeom prst="ellipse">
            <a:avLst/>
          </a:prstGeom>
          <a:solidFill>
            <a:srgbClr val="F0C808"/>
          </a:solidFill>
          <a:ln w="12700">
            <a:solidFill>
              <a:srgbClr val="F0C8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5262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merge: resolve font-size policy conflict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1874520"/>
            <a:ext cx="402336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Conventional commits read like a changelog.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 feature branch was merged with --no-ff.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 deliberate conflict forced a human policy choice.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COLLABORATION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drafted options; I kept the requirements accountable.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8463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01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AB5"/>
                </a:solidFill>
              </a:rPr>
              <a:t>Prompt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72033"/>
                </a:solidFill>
              </a:rPr>
              <a:t>"Help me design a simple systems-engineering final project that checks whether graphs meet ADA and inclusivity requirements for color and font choices."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4846320" cy="2971800"/>
          </a:xfrm>
          <a:prstGeom prst="rect">
            <a:avLst/>
          </a:prstGeom>
          <a:solidFill>
            <a:srgbClr val="F0F3F8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011680"/>
            <a:ext cx="40690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Accepted: JSON metadata instead of image parsing.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Accepted: requirement checks that are easy to test.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Rejected: vague AI accessibility score.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Rejected: heavy computer-vision scope.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7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PROOF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makes the accessibility checker repeatable after every push.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1691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Push / PR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32888" y="2450592"/>
            <a:ext cx="384048" cy="0"/>
          </a:xfrm>
          <a:prstGeom prst="line">
            <a:avLst/>
          </a:prstGeom>
          <a:noFill/>
          <a:ln w="19050">
            <a:solidFill>
              <a:srgbClr val="005AB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2103120"/>
            <a:ext cx="1691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Checkout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73168" y="2450592"/>
            <a:ext cx="384048" cy="0"/>
          </a:xfrm>
          <a:prstGeom prst="line">
            <a:avLst/>
          </a:prstGeom>
          <a:noFill/>
          <a:ln w="19050">
            <a:solidFill>
              <a:srgbClr val="005AB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57800" y="2103120"/>
            <a:ext cx="1691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Python 3.11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13448" y="2450592"/>
            <a:ext cx="384048" cy="0"/>
          </a:xfrm>
          <a:prstGeom prst="line">
            <a:avLst/>
          </a:prstGeom>
          <a:noFill/>
          <a:ln w="19050">
            <a:solidFill>
              <a:srgbClr val="005AB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2103120"/>
            <a:ext cx="1691640" cy="685800"/>
          </a:xfrm>
          <a:prstGeom prst="rect">
            <a:avLst/>
          </a:prstGeom>
          <a:solidFill>
            <a:srgbClr val="EAF7F1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E73"/>
                </a:solidFill>
              </a:rPr>
              <a:t>Unit tests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53728" y="2450592"/>
            <a:ext cx="384048" cy="0"/>
          </a:xfrm>
          <a:prstGeom prst="line">
            <a:avLst/>
          </a:prstGeom>
          <a:noFill/>
          <a:ln w="19050">
            <a:solidFill>
              <a:srgbClr val="005A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38360" y="2103120"/>
            <a:ext cx="1691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8088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Demo audit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880360" y="397764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4059936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9E73"/>
                </a:solidFill>
              </a:rPr>
              <a:t>README BADGE: GREEN AFTER GITHUB ACTIONS PASS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8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hardest decision was policy, not syntax.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303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The merge conflict forced a judgment call: what minimum font size should the checker enforce?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AI was useful as a second opinion, but the final standard needed to be explainable.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The better project was smaller: measurable checks beat an overbuilt black-box model.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75120" y="1691640"/>
            <a:ext cx="0" cy="301752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AB5"/>
                </a:solidFill>
              </a:rPr>
              <a:t>12 pt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resolved minimum font size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3544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E73"/>
                </a:solidFill>
              </a:rPr>
              <a:t>0 deps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23544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required to run local tests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220"/>
                </a:solidFill>
              </a:rPr>
              <a:t>4/4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867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requirements checked by good demo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9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005AB5"/>
          </a:solidFill>
          <a:ln w="12700">
            <a:solidFill>
              <a:srgbClr val="005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28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TAKEAWAYS + Q&amp;A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checker can make inclusive visual design part of the workflow.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7607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The project is cloneable, testable, CI-ready, and now supports PNG upload.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The Git history demonstrates branching, merging, conventional commits, and conflict resolution.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AI accelerated planning and review, but human judgment set the requirements.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AB5"/>
                </a:solidFill>
              </a:rPr>
              <a:t>Question to discuss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2240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Which inclusive-design checks should become automated gates before reports, posters, or slides are shared?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67D"/>
                </a:solidFill>
              </a:rPr>
              <a:t>SYSEN 5493 final project  /  10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75520" y="6528816"/>
            <a:ext cx="1737360" cy="0"/>
          </a:xfrm>
          <a:prstGeom prst="line">
            <a:avLst/>
          </a:prstGeom>
          <a:noFill/>
          <a:ln w="12700">
            <a:solidFill>
              <a:srgbClr val="CED6E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ChartAccess Audit</dc:title>
  <dc:subject>SYSEN 5493 final project</dc:subject>
  <dc:creator>Jiayi Guo</dc:creator>
  <cp:lastModifiedBy>Jiayi Guo</cp:lastModifiedBy>
  <cp:revision>1</cp:revision>
  <dcterms:created xsi:type="dcterms:W3CDTF">2026-05-02T00:33:27Z</dcterms:created>
  <dcterms:modified xsi:type="dcterms:W3CDTF">2026-05-02T00:33:27Z</dcterms:modified>
</cp:coreProperties>
</file>