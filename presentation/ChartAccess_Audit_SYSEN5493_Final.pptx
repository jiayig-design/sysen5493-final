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0:00-1:00. Open with the idea that charts are part of decision systems. If a chart is inaccessible, the system excludes people and weakens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1:00-2:00. Frame this as a human-centered systems problem: a graph is an interface in a decision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2:00-2:45. Explain the repo architecture and why JSON metadata kept the scope simple and demo-safe.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2:45-3:30. Show that the system has explicit requirements, not just a subjective accessibility score.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3:30-5:30. Live demo commands: python -m chartaccess examples/good_chart.json; python -m chartaccess examples/bad_chart.json; python -m unittest discover -s tests.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5:30-6:20. Emphasize that the conflict was not random: it represented a real policy choice about minimum font size.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6:20-7:15. Be honest: AI helped scope and review, but the final requirement decisions are human-owned.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7:15-8:00. After the repo is pushed, show the Actions tab or README badge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8:00-8:45. This is the honest reflection slide. Say what surprised you and what you would improve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8:45-10:00. Land the plane. Invite one real question and be ready to show the repo, tests, and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F0C808"/>
          </a:solidFill>
          <a:ln w="12700">
            <a:solidFill>
              <a:srgbClr val="F0C80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0D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HOOK +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ChartAccess Audit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1901952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D0D7E2"/>
                </a:solidFill>
              </a:rPr>
              <a:t>A lightweight AI-augmented workflow that verifies whether graphs are readable, inclusive, and presentation-ready.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C808"/>
                </a:solidFill>
              </a:rPr>
              <a:t>4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46908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accessibility requirements checked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432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E73"/>
                </a:solidFill>
              </a:rPr>
              <a:t>3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2743200" y="46908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unit tests run in CI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00600" y="42519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C7FF"/>
                </a:solidFill>
              </a:rPr>
              <a:t>10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800600" y="469087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minutes to explain the workflow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229600" y="960120"/>
            <a:ext cx="2468880" cy="2468880"/>
          </a:xfrm>
          <a:prstGeom prst="arc">
            <a:avLst/>
          </a:prstGeom>
          <a:noFill/>
          <a:ln w="76200">
            <a:solidFill>
              <a:srgbClr val="F0C80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823960" y="1554480"/>
            <a:ext cx="2468880" cy="2468880"/>
          </a:xfrm>
          <a:prstGeom prst="arc">
            <a:avLst/>
          </a:prstGeom>
          <a:noFill/>
          <a:ln w="76200">
            <a:solidFill>
              <a:srgbClr val="005A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92440" y="2194560"/>
            <a:ext cx="2468880" cy="2468880"/>
          </a:xfrm>
          <a:prstGeom prst="arc">
            <a:avLst/>
          </a:prstGeom>
          <a:noFill/>
          <a:ln w="76200">
            <a:solidFill>
              <a:srgbClr val="009E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EA7B8"/>
                </a:solidFill>
              </a:rPr>
              <a:t>SYSEN 5493 final project  /  1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344054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STAKEHOLDER NEED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Unreadable charts create hidden system failures.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484632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Students and engineers often choose colors and fonts by taste, not verifiable requirements.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Low contrast, tiny type, and missing labels exclude users and weaken decisions.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The project converts design advice into checks that can run before a chart is shared.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400800" y="1600200"/>
            <a:ext cx="44805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29400" y="17830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3220"/>
                </a:solidFill>
              </a:rPr>
              <a:t>Bad chart spec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629400" y="224028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#ffff99 on white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9 pt font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missing axis labels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"Chart of results."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629400" y="3749040"/>
            <a:ext cx="1828800" cy="365760"/>
          </a:xfrm>
          <a:prstGeom prst="roundRect">
            <a:avLst>
              <a:gd name="adj" fmla="val 12500"/>
            </a:avLst>
          </a:prstGeom>
          <a:solidFill>
            <a:srgbClr val="FBEAE7"/>
          </a:solidFill>
          <a:ln w="12700">
            <a:solidFill>
              <a:srgbClr val="FBEA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39128" y="3831336"/>
            <a:ext cx="16093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DC3220"/>
                </a:solidFill>
              </a:rPr>
              <a:t>FAILS 4 / 4 CHECKS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2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workflow turns accessibility guidance into verification logic.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2971800" cy="1920240"/>
          </a:xfrm>
          <a:prstGeom prst="rect">
            <a:avLst/>
          </a:prstGeom>
          <a:solidFill>
            <a:srgbClr val="E9F2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2103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AB5"/>
                </a:solidFill>
              </a:rPr>
              <a:t>Chart metadata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78408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</a:rPr>
              <a:t>title, labels, colors, font size, alt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31920" y="2834640"/>
            <a:ext cx="411480" cy="0"/>
          </a:xfrm>
          <a:prstGeom prst="line">
            <a:avLst/>
          </a:prstGeom>
          <a:noFill/>
          <a:ln w="25400">
            <a:solidFill>
              <a:srgbClr val="005AB5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480560" y="1874520"/>
            <a:ext cx="29718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2103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2033"/>
                </a:solidFill>
              </a:rPr>
              <a:t>Audit engine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81728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</a:rPr>
              <a:t>contrast, readability, context, screen-reader summary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35240" y="2834640"/>
            <a:ext cx="411480" cy="0"/>
          </a:xfrm>
          <a:prstGeom prst="line">
            <a:avLst/>
          </a:prstGeom>
          <a:noFill/>
          <a:ln w="25400">
            <a:solidFill>
              <a:srgbClr val="005AB5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183880" y="1874520"/>
            <a:ext cx="2971800" cy="1920240"/>
          </a:xfrm>
          <a:prstGeom prst="rect">
            <a:avLst/>
          </a:prstGeom>
          <a:solidFill>
            <a:srgbClr val="EAF7F1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5048" y="210312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9E73"/>
                </a:solidFill>
              </a:rPr>
              <a:t>Report + tests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5048" y="2651760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72033"/>
                </a:solidFill>
              </a:rPr>
              <a:t>PASS/FAIL output, unit tests, CI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3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REQUIREMENTS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Four simple requirements make the design review testable.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31520" y="1691640"/>
            <a:ext cx="10607040" cy="566928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83794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Readable colors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657600" y="183794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Each data color reaches 3.0:1 contrast against background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251460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6090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Readable text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657600" y="266090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Font size is at least 12 pt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10607040" cy="566928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48386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Clear context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57600" y="348386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Title, x-axis label, and y-axis label are present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160520"/>
            <a:ext cx="10607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30682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033"/>
                </a:solidFill>
              </a:rPr>
              <a:t>Plain-language access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57600" y="4306824"/>
            <a:ext cx="6675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</a:rPr>
              <a:t>Alt text has at least 8 words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DEMO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smallest useful demo compares one passing chart and one failing chart.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5120640" cy="3429000"/>
          </a:xfrm>
          <a:prstGeom prst="rect">
            <a:avLst/>
          </a:prstGeom>
          <a:solidFill>
            <a:srgbClr val="EAF7F1"/>
          </a:solidFill>
          <a:ln w="12700">
            <a:solidFill>
              <a:srgbClr val="B7E4C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9E73"/>
                </a:solidFill>
              </a:rPr>
              <a:t>good_chart.json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3434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Score: 4/4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Overall: PASS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contrast passes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- 13 pt font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labels present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alt text explains trend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3429000"/>
          </a:xfrm>
          <a:prstGeom prst="rect">
            <a:avLst/>
          </a:prstGeom>
          <a:solidFill>
            <a:srgbClr val="FBEAE7"/>
          </a:solidFill>
          <a:ln w="12700">
            <a:solidFill>
              <a:srgbClr val="F1B5A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0" y="19202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C3220"/>
                </a:solidFill>
              </a:rPr>
              <a:t>bad_chart.json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675120" y="2423160"/>
            <a:ext cx="434340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Score: 0/4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Overall: NEEDS WORK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low contrast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- 9 pt font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missing labels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72033"/>
                </a:solidFill>
              </a:rPr>
              <a:t>- short alt text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5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GIT HYGIENE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commit history tells the project story.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60120" y="1728216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42416" y="1892808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25880" y="169164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docs: initialize project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2295144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42416" y="2459736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25880" y="225856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feat(color): add contrast utilities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960120" y="2862072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2416" y="3026664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25880" y="282549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feat(audit): evaluate requirements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60120" y="3429000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42416" y="3593592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25880" y="339242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test(audit): cover requirements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60120" y="3995928"/>
            <a:ext cx="164592" cy="164592"/>
          </a:xfrm>
          <a:prstGeom prst="ellipse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42416" y="4160520"/>
            <a:ext cx="0" cy="384048"/>
          </a:xfrm>
          <a:prstGeom prst="line">
            <a:avLst/>
          </a:prstGeom>
          <a:noFill/>
          <a:ln w="19050">
            <a:solidFill>
              <a:srgbClr val="CED6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25880" y="39593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ci: add unit test workflow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60120" y="4562856"/>
            <a:ext cx="164592" cy="164592"/>
          </a:xfrm>
          <a:prstGeom prst="ellipse">
            <a:avLst/>
          </a:prstGeom>
          <a:solidFill>
            <a:srgbClr val="F0C808"/>
          </a:solidFill>
          <a:ln w="12700">
            <a:solidFill>
              <a:srgbClr val="F0C80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25880" y="45262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033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merge: resolve font-size policy conflict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812280" y="1874520"/>
            <a:ext cx="402336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Conventional commits read like a changelog.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 feature branch was merged with --no-ff.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 deliberate conflict forced a human policy choice.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6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COLLABORATION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drafted options; I kept the requirements accountable.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1691640"/>
            <a:ext cx="4846320" cy="2971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01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AB5"/>
                </a:solidFill>
              </a:rPr>
              <a:t>Prompt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4160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172033"/>
                </a:solidFill>
              </a:rPr>
              <a:t>"Help me design a simple systems-engineering final project that checks whether graphs meet ADA and inclusivity requirements for color and font choices."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4846320" cy="2971800"/>
          </a:xfrm>
          <a:prstGeom prst="rect">
            <a:avLst/>
          </a:prstGeom>
          <a:solidFill>
            <a:srgbClr val="F0F3F8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20840" y="2011680"/>
            <a:ext cx="4069080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Accepted: JSON metadata instead of image parsing.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Accepted: requirement checks that are easy to test.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Rejected: vague AI accessibility score.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Rejected: heavy computer-vision scope.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7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CI/CD PROOF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 makes the accessibility checker repeatable after every push.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8696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Push / PR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3288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01752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Checkout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7316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25780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6752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Python 3.11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1344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7498080" y="2103120"/>
            <a:ext cx="1691640" cy="685800"/>
          </a:xfrm>
          <a:prstGeom prst="rect">
            <a:avLst/>
          </a:prstGeom>
          <a:solidFill>
            <a:srgbClr val="EAF7F1"/>
          </a:solidFill>
          <a:ln w="12700">
            <a:solidFill>
              <a:srgbClr val="009E7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0780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9E73"/>
                </a:solidFill>
              </a:rPr>
              <a:t>Unit tests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53728" y="2450592"/>
            <a:ext cx="384048" cy="0"/>
          </a:xfrm>
          <a:prstGeom prst="line">
            <a:avLst/>
          </a:prstGeom>
          <a:noFill/>
          <a:ln w="19050">
            <a:solidFill>
              <a:srgbClr val="005AB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738360" y="2103120"/>
            <a:ext cx="169164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ED6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48088" y="230428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033"/>
                </a:solidFill>
              </a:rPr>
              <a:t>Demo audit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880360" y="3977640"/>
            <a:ext cx="4572000" cy="365760"/>
          </a:xfrm>
          <a:prstGeom prst="roundRect">
            <a:avLst>
              <a:gd name="adj" fmla="val 12500"/>
            </a:avLst>
          </a:prstGeom>
          <a:solidFill>
            <a:srgbClr val="EAF7F1"/>
          </a:solidFill>
          <a:ln w="12700">
            <a:solidFill>
              <a:srgbClr val="EAF7F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90088" y="4059936"/>
            <a:ext cx="43525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009E73"/>
                </a:solidFill>
              </a:rPr>
              <a:t>README BADGE: GREEN AFTER GITHUB ACTIONS PASS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8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005AB5"/>
          </a:solidFill>
          <a:ln w="12700">
            <a:solidFill>
              <a:srgbClr val="005A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A667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REFLECTION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720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hardest decision was policy, not syntax.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783080"/>
            <a:ext cx="53035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The merge conflict forced a judgment call: what minimum font size should the checker enforce?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AI was useful as a second opinion, but the final standard needed to be explainable.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172033"/>
                </a:solidFill>
              </a:rPr>
              <a:t>The better project was smaller: measurable checks beat an overbuilt black-box model.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75120" y="1691640"/>
            <a:ext cx="0" cy="301752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5AB5"/>
                </a:solidFill>
              </a:rPr>
              <a:t>12 pt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315200" y="2267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resolved minimum font size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9235440" y="18288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9E73"/>
                </a:solidFill>
              </a:rPr>
              <a:t>0 deps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235440" y="22677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required to run local tests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0" y="342900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C3220"/>
                </a:solidFill>
              </a:rPr>
              <a:t>4/4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0" y="38679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A667D"/>
                </a:solidFill>
              </a:rPr>
              <a:t>requirements checked by good demo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A667D"/>
                </a:solidFill>
              </a:rPr>
              <a:t>SYSEN 5493 final project  /  9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CED6E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20040"/>
            <a:ext cx="109728" cy="109728"/>
          </a:xfrm>
          <a:prstGeom prst="rect">
            <a:avLst/>
          </a:prstGeom>
          <a:solidFill>
            <a:srgbClr val="F0C808"/>
          </a:solidFill>
          <a:ln w="12700">
            <a:solidFill>
              <a:srgbClr val="F0C80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" y="22860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0D7E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TAKEAWAYS + Q&amp;A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20" y="68580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small checker can make inclusive design part of the workflow.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77240" y="1874520"/>
            <a:ext cx="57607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E4E7EC"/>
                </a:solidFill>
              </a:rPr>
              <a:t>The project is cloneable, testable, and CI-ready.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E4E7EC"/>
                </a:solidFill>
              </a:rPr>
              <a:t>The Git history demonstrates branching, merging, conventional commits, and conflict resolution.</a:t>
            </a:r>
            <a:endParaRPr lang="en-US" sz="1350" dirty="0"/>
          </a:p>
          <a:p>
            <a:pPr marL="152400" indent="-152400">
              <a:buSzPct val="100000"/>
              <a:buChar char="•"/>
            </a:pPr>
            <a:r>
              <a:rPr lang="en-US" sz="1350" dirty="0">
                <a:solidFill>
                  <a:srgbClr val="E4E7EC"/>
                </a:solidFill>
              </a:rPr>
              <a:t>AI accelerated planning and review, but human judgment set the requirements.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C808"/>
                </a:solidFill>
              </a:rPr>
              <a:t>Question to discuss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224028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Which accessibility checks should become automated gates before engineering reports are shared?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64465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EA7B8"/>
                </a:solidFill>
              </a:rPr>
              <a:t>SYSEN 5493 final project  /  10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9875520" y="6528816"/>
            <a:ext cx="1737360" cy="0"/>
          </a:xfrm>
          <a:prstGeom prst="line">
            <a:avLst/>
          </a:prstGeom>
          <a:noFill/>
          <a:ln w="12700">
            <a:solidFill>
              <a:srgbClr val="34405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Cornell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ChartAccess Audit</dc:title>
  <dc:subject>SYSEN 5493 final project</dc:subject>
  <dc:creator>Jiayi Guo</dc:creator>
  <cp:lastModifiedBy>Jiayi Guo</cp:lastModifiedBy>
  <cp:revision>1</cp:revision>
  <dcterms:created xsi:type="dcterms:W3CDTF">2026-05-01T23:49:10Z</dcterms:created>
  <dcterms:modified xsi:type="dcterms:W3CDTF">2026-05-01T23:49:10Z</dcterms:modified>
</cp:coreProperties>
</file>